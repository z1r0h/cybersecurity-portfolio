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0784" autoAdjust="0"/>
  </p:normalViewPr>
  <p:slideViewPr>
    <p:cSldViewPr snapToGrid="0" snapToObjects="1">
      <p:cViewPr>
        <p:scale>
          <a:sx n="75" d="100"/>
          <a:sy n="75" d="100"/>
        </p:scale>
        <p:origin x="166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30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 ~30 sec ]</a:t>
            </a:r>
          </a:p>
          <a:p>
            <a:endParaRPr lang="en-US" dirty="0"/>
          </a:p>
          <a:p>
            <a:r>
              <a:rPr lang="en-US" dirty="0"/>
              <a:t>1. Introduce yourself — name, course, cohort</a:t>
            </a:r>
          </a:p>
          <a:p>
            <a:r>
              <a:rPr lang="en-US" dirty="0"/>
              <a:t>2. One liner: 8 years F&amp;B → now cybersecurity</a:t>
            </a:r>
          </a:p>
          <a:p>
            <a:r>
              <a:rPr lang="en-US" dirty="0"/>
              <a:t>3. Tell them what you will cover: background &gt; learning journey &gt; reflection &gt; whats next</a:t>
            </a:r>
          </a:p>
          <a:p>
            <a:r>
              <a:rPr lang="en-US" dirty="0"/>
              <a:t>4. Let's begin.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 ~2 min ]</a:t>
            </a:r>
          </a:p>
          <a:p>
            <a:endParaRPr lang="en-US" dirty="0"/>
          </a:p>
          <a:p>
            <a:r>
              <a:rPr lang="en-US" dirty="0"/>
              <a:t>BACKGROUND</a:t>
            </a:r>
          </a:p>
          <a:p>
            <a:r>
              <a:rPr lang="en-US" dirty="0"/>
              <a:t>- Started as service crew, worked up </a:t>
            </a:r>
            <a:r>
              <a:rPr lang="en-US"/>
              <a:t>to supervisor</a:t>
            </a:r>
            <a:endParaRPr lang="en-US" dirty="0"/>
          </a:p>
          <a:p>
            <a:r>
              <a:rPr lang="en-US" dirty="0"/>
              <a:t>- 8 years total</a:t>
            </a:r>
          </a:p>
          <a:p>
            <a:endParaRPr lang="en-US" dirty="0"/>
          </a:p>
          <a:p>
            <a:r>
              <a:rPr lang="en-US" dirty="0"/>
              <a:t>BEFORE MAGES — what I knew</a:t>
            </a:r>
          </a:p>
          <a:p>
            <a:r>
              <a:rPr lang="en-US" dirty="0"/>
              <a:t>- Basic IT troubleshooting only</a:t>
            </a:r>
          </a:p>
          <a:p>
            <a:r>
              <a:rPr lang="en-US" dirty="0"/>
              <a:t>- Heard of hackers, no idea how it actually works</a:t>
            </a:r>
          </a:p>
          <a:p>
            <a:r>
              <a:rPr lang="en-US" dirty="0"/>
              <a:t>- No concept of Blue / Red team</a:t>
            </a:r>
          </a:p>
          <a:p>
            <a:r>
              <a:rPr lang="en-US" dirty="0"/>
              <a:t>- Never touched CLI or any security tool</a:t>
            </a:r>
          </a:p>
          <a:p>
            <a:endParaRPr lang="en-US" dirty="0"/>
          </a:p>
          <a:p>
            <a:r>
              <a:rPr lang="en-US" dirty="0"/>
              <a:t>EXPECTATIONS</a:t>
            </a:r>
          </a:p>
          <a:p>
            <a:r>
              <a:rPr lang="en-US" dirty="0"/>
              <a:t>- Understand how real attacks work</a:t>
            </a:r>
          </a:p>
          <a:p>
            <a:r>
              <a:rPr lang="en-US" dirty="0"/>
              <a:t>- Inspired by Watch Dogs — wanted that level of technical depth</a:t>
            </a:r>
          </a:p>
          <a:p>
            <a:r>
              <a:rPr lang="en-US" dirty="0"/>
              <a:t>- Career switch — high market demand for cyber talent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 ~3 min ]</a:t>
            </a:r>
          </a:p>
          <a:p>
            <a:endParaRPr lang="en-US" dirty="0"/>
          </a:p>
          <a:p>
            <a:r>
              <a:rPr lang="en-US" dirty="0"/>
              <a:t>CIA TRIAD</a:t>
            </a:r>
          </a:p>
          <a:p>
            <a:r>
              <a:rPr lang="en-US" dirty="0"/>
              <a:t>- Confidentiality, Integrity, Availability</a:t>
            </a:r>
          </a:p>
          <a:p>
            <a:r>
              <a:rPr lang="en-US" dirty="0"/>
              <a:t>- Framework for thinking about what we protect and why</a:t>
            </a:r>
          </a:p>
          <a:p>
            <a:endParaRPr lang="en-US" dirty="0"/>
          </a:p>
          <a:p>
            <a:r>
              <a:rPr lang="en-US" dirty="0"/>
              <a:t>OSI 7 LAYERS</a:t>
            </a:r>
          </a:p>
          <a:p>
            <a:r>
              <a:rPr lang="en-US" dirty="0"/>
              <a:t>- Physical up to Application</a:t>
            </a:r>
          </a:p>
          <a:p>
            <a:r>
              <a:rPr lang="en-US" dirty="0"/>
              <a:t>- Important: vulnerabilities exist at every layer – </a:t>
            </a:r>
            <a:r>
              <a:rPr lang="en-MY" dirty="0"/>
              <a:t>data</a:t>
            </a:r>
            <a:r>
              <a:rPr lang="zh-CN" altLang="en-US" dirty="0"/>
              <a:t> </a:t>
            </a:r>
            <a:r>
              <a:rPr lang="en-MY" altLang="zh-CN" dirty="0"/>
              <a:t>flow</a:t>
            </a:r>
            <a:endParaRPr lang="en-US" dirty="0"/>
          </a:p>
          <a:p>
            <a:endParaRPr lang="en-US" dirty="0"/>
          </a:p>
          <a:p>
            <a:r>
              <a:rPr lang="en-US" dirty="0"/>
              <a:t>THREAT ACTORS</a:t>
            </a:r>
          </a:p>
          <a:p>
            <a:r>
              <a:rPr lang="en-US" dirty="0"/>
              <a:t>- Script kiddies &gt; Hacktivists &gt; Nation-state APTs &gt; Insiders</a:t>
            </a:r>
          </a:p>
          <a:p>
            <a:r>
              <a:rPr lang="en-US" dirty="0"/>
              <a:t>- Different motivation = different attack profile</a:t>
            </a:r>
          </a:p>
          <a:p>
            <a:endParaRPr lang="en-US" dirty="0"/>
          </a:p>
          <a:p>
            <a:r>
              <a:rPr lang="en-US" dirty="0"/>
              <a:t>TOOLS</a:t>
            </a:r>
          </a:p>
          <a:p>
            <a:r>
              <a:rPr lang="en-US" dirty="0"/>
              <a:t>- JtR: offline password cracker, dictionary / brute-force</a:t>
            </a:r>
          </a:p>
          <a:p>
            <a:r>
              <a:rPr lang="en-US" dirty="0"/>
              <a:t>- Hashcat: GPU-accelerated, faster for large wordlists (MD5, SHA1, NTLM)</a:t>
            </a:r>
          </a:p>
          <a:p>
            <a:endParaRPr lang="en-US" dirty="0"/>
          </a:p>
          <a:p>
            <a:r>
              <a:rPr lang="en-US" dirty="0"/>
              <a:t>PROTOCOLS</a:t>
            </a:r>
          </a:p>
          <a:p>
            <a:r>
              <a:rPr lang="en-US" dirty="0"/>
              <a:t>- TCP 3-way handshake: SYN &gt; SYN-ACK &gt; ACK</a:t>
            </a:r>
          </a:p>
          <a:p>
            <a:r>
              <a:rPr lang="en-US" dirty="0"/>
              <a:t>- Port numbers: 21 FTP, 22 SSH, 80 HTTP, 443 HTTPS, 3389 RDP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 ~4 min ]</a:t>
            </a:r>
          </a:p>
          <a:p>
            <a:endParaRPr lang="en-US" dirty="0"/>
          </a:p>
          <a:p>
            <a:r>
              <a:rPr lang="en-US" dirty="0"/>
              <a:t>PASSIVE RECON</a:t>
            </a:r>
          </a:p>
          <a:p>
            <a:r>
              <a:rPr lang="en-US" dirty="0"/>
              <a:t>- Google Dorking: use operators to find exposed files without touching target</a:t>
            </a:r>
          </a:p>
          <a:p>
            <a:r>
              <a:rPr lang="en-US" dirty="0"/>
              <a:t>- Example: site:target.com filetype:pdf confidential</a:t>
            </a:r>
          </a:p>
          <a:p>
            <a:endParaRPr lang="en-US" dirty="0"/>
          </a:p>
          <a:p>
            <a:r>
              <a:rPr lang="en-US" dirty="0"/>
              <a:t>ACTIVE RECON</a:t>
            </a:r>
          </a:p>
          <a:p>
            <a:r>
              <a:rPr lang="en-US" dirty="0"/>
              <a:t>- Nmap: nmap -sV -sC -p- &lt;target&gt;</a:t>
            </a:r>
          </a:p>
          <a:p>
            <a:r>
              <a:rPr lang="en-US" dirty="0"/>
              <a:t>- Open port = potential entry point</a:t>
            </a:r>
          </a:p>
          <a:p>
            <a:r>
              <a:rPr lang="en-US" dirty="0"/>
              <a:t>- Passive = no contact (OSINT, Shodan) / Active = sends packets, detectable</a:t>
            </a:r>
          </a:p>
          <a:p>
            <a:endParaRPr lang="en-US" dirty="0"/>
          </a:p>
          <a:p>
            <a:r>
              <a:rPr lang="en-US" dirty="0"/>
              <a:t>SQLi — 3 TYPES</a:t>
            </a:r>
          </a:p>
          <a:p>
            <a:r>
              <a:rPr lang="en-US" dirty="0"/>
              <a:t>- Error-based: DB errors leak schema info</a:t>
            </a:r>
          </a:p>
          <a:p>
            <a:r>
              <a:rPr lang="en-US" dirty="0"/>
              <a:t>- Time-based: SLEEP() to infer true/false</a:t>
            </a:r>
          </a:p>
          <a:p>
            <a:r>
              <a:rPr lang="en-US" dirty="0"/>
              <a:t>- Blind: no output, infer from app behaviour</a:t>
            </a:r>
          </a:p>
          <a:p>
            <a:endParaRPr lang="en-US" dirty="0"/>
          </a:p>
          <a:p>
            <a:r>
              <a:rPr lang="en-US" dirty="0"/>
              <a:t>XSS — 3 TYPES</a:t>
            </a:r>
          </a:p>
          <a:p>
            <a:r>
              <a:rPr lang="en-US" dirty="0"/>
              <a:t>- Reflected: payload in URL, runs in victim browser</a:t>
            </a:r>
          </a:p>
          <a:p>
            <a:r>
              <a:rPr lang="en-US" dirty="0"/>
              <a:t>- Stored: saved in DB, runs on every load</a:t>
            </a:r>
          </a:p>
          <a:p>
            <a:r>
              <a:rPr lang="en-US" dirty="0"/>
              <a:t>- DOM-based: JS source in victim browser triggers payload</a:t>
            </a:r>
          </a:p>
          <a:p>
            <a:endParaRPr lang="en-US" dirty="0"/>
          </a:p>
          <a:p>
            <a:r>
              <a:rPr lang="en-US" dirty="0"/>
              <a:t>CSRF</a:t>
            </a:r>
          </a:p>
          <a:p>
            <a:r>
              <a:rPr lang="en-US" dirty="0"/>
              <a:t>- Tricks authenticated user to send unintended request on their behalf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 ~4 min ]</a:t>
            </a:r>
          </a:p>
          <a:p>
            <a:endParaRPr lang="en-US" dirty="0"/>
          </a:p>
          <a:p>
            <a:r>
              <a:rPr lang="en-US" dirty="0"/>
              <a:t>MR. ROBOT — ATTACK CHAIN</a:t>
            </a:r>
          </a:p>
          <a:p>
            <a:r>
              <a:rPr lang="en-US" dirty="0"/>
              <a:t>1. Recon: Nmap &gt; port 80 &amp; 443 open</a:t>
            </a:r>
          </a:p>
          <a:p>
            <a:r>
              <a:rPr lang="en-US" dirty="0"/>
              <a:t>2. Enum: Gobuster &gt; found /wp-login + robots.txt (key 1 + wordlist inside)</a:t>
            </a:r>
          </a:p>
          <a:p>
            <a:r>
              <a:rPr lang="en-US" dirty="0"/>
              <a:t>3. Access: Hydra brute-forced WP login using leaked wordlist</a:t>
            </a:r>
          </a:p>
          <a:p>
            <a:r>
              <a:rPr lang="en-US" dirty="0"/>
              <a:t>4. Shell: PHP reverse shell via WP Theme Editor (404.php)</a:t>
            </a:r>
          </a:p>
          <a:p>
            <a:r>
              <a:rPr lang="en-US" dirty="0"/>
              <a:t>5. PrivEsc: nmap had SUID bit set &gt; nmap --interactive &gt; root shell &gt; key 3</a:t>
            </a:r>
          </a:p>
          <a:p>
            <a:endParaRPr lang="en-US" dirty="0"/>
          </a:p>
          <a:p>
            <a:r>
              <a:rPr lang="en-US" dirty="0"/>
              <a:t>WHAT I LEARNED — VAPT REPORT</a:t>
            </a:r>
          </a:p>
          <a:p>
            <a:r>
              <a:rPr lang="en-US" dirty="0"/>
              <a:t>- How to write a proper VAPT report (scope, methodology, findings, remediation)</a:t>
            </a:r>
          </a:p>
          <a:p>
            <a:r>
              <a:rPr lang="en-US" dirty="0"/>
              <a:t>- CVSS Score: 0-10 severity rating, used to prioritise fixes</a:t>
            </a:r>
          </a:p>
          <a:p>
            <a:r>
              <a:rPr lang="en-US" dirty="0"/>
              <a:t>- CVE: unique ID for known vulns (e.g. CVE-2021-44228 Log4Shell)</a:t>
            </a:r>
          </a:p>
          <a:p>
            <a:r>
              <a:rPr lang="en-US" dirty="0"/>
              <a:t>- CWE: categorises weakness type (e.g. CWE-89 = SQLi)</a:t>
            </a:r>
          </a:p>
          <a:p>
            <a:r>
              <a:rPr lang="en-US" dirty="0"/>
              <a:t>- Vulnerability Card: per-finding doc with title, severity, CVE/CWE, PoC, fix</a:t>
            </a:r>
          </a:p>
          <a:p>
            <a:r>
              <a:rPr lang="en-US" dirty="0"/>
              <a:t>- MITRE ATT&amp;CK: maps TTPs to known adversary behaviour for threat intel context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 ~2 min ]</a:t>
            </a:r>
          </a:p>
          <a:p>
            <a:endParaRPr lang="en-US" dirty="0"/>
          </a:p>
          <a:p>
            <a:r>
              <a:rPr lang="en-US" dirty="0"/>
              <a:t>F&amp;B &gt; CYBER (make it personal, dont just read the table)</a:t>
            </a:r>
          </a:p>
          <a:p>
            <a:r>
              <a:rPr lang="en-US" dirty="0"/>
              <a:t>- Service rush = incident response: same pressure, same composure needed</a:t>
            </a:r>
          </a:p>
          <a:p>
            <a:r>
              <a:rPr lang="en-US" dirty="0"/>
              <a:t>- Customer prioritisation = SOC alert triage: decide what matters most, fast</a:t>
            </a:r>
          </a:p>
          <a:p>
            <a:r>
              <a:rPr lang="en-US" dirty="0"/>
              <a:t>- SOP discipline = security runbooks: follow procedure even under stress</a:t>
            </a:r>
          </a:p>
          <a:p>
            <a:r>
              <a:rPr lang="en-US" dirty="0"/>
              <a:t>- Shift handover = SOC documentation: pass context clearly to next person</a:t>
            </a:r>
          </a:p>
          <a:p>
            <a:endParaRPr lang="en-US" dirty="0"/>
          </a:p>
          <a:p>
            <a:r>
              <a:rPr lang="en-US" dirty="0"/>
              <a:t>TECHNICAL GROWTH</a:t>
            </a:r>
          </a:p>
          <a:p>
            <a:r>
              <a:rPr lang="en-US" dirty="0"/>
              <a:t>- Networking: OSI all the way to packet level</a:t>
            </a:r>
          </a:p>
          <a:p>
            <a:r>
              <a:rPr lang="en-US" dirty="0"/>
              <a:t>- Hands-on VAPT: actually broke into systems in a lab</a:t>
            </a:r>
          </a:p>
          <a:p>
            <a:r>
              <a:rPr lang="en-US" dirty="0"/>
              <a:t>- Tools: Nmap, Hydra, Gobuster, Burp Suite</a:t>
            </a:r>
          </a:p>
          <a:p>
            <a:r>
              <a:rPr lang="en-US" dirty="0"/>
              <a:t>- Mindset shift: now think like an attacker to defend better</a:t>
            </a:r>
          </a:p>
          <a:p>
            <a:r>
              <a:rPr lang="en-US" dirty="0"/>
              <a:t>- Ongoing: CEH prep + Splunk SCDA in parallel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 ~1 min ]</a:t>
            </a:r>
          </a:p>
          <a:p>
            <a:endParaRPr lang="en-US" dirty="0"/>
          </a:p>
          <a:p>
            <a:r>
              <a:rPr lang="en-US" altLang="zh-CN" dirty="0"/>
              <a:t>MY Focus </a:t>
            </a:r>
          </a:p>
          <a:p>
            <a:r>
              <a:rPr lang="en-US" dirty="0"/>
              <a:t>- NOW: Securing SOC Analyst L1 roles in Singapore</a:t>
            </a:r>
          </a:p>
          <a:p>
            <a:r>
              <a:rPr lang="en-US" dirty="0"/>
              <a:t>- 3-6 months: </a:t>
            </a:r>
            <a:r>
              <a:rPr lang="en-MY" dirty="0"/>
              <a:t>Splunk SCDA certification</a:t>
            </a:r>
            <a:endParaRPr lang="en-US" dirty="0"/>
          </a:p>
          <a:p>
            <a:r>
              <a:rPr lang="en-US" dirty="0"/>
              <a:t>- 6-12 months: build work experience + continue self-study</a:t>
            </a:r>
          </a:p>
          <a:p>
            <a:r>
              <a:rPr lang="en-US" dirty="0"/>
              <a:t>- 1-2 years: build SOC experience &gt; prep for OSCP</a:t>
            </a:r>
          </a:p>
          <a:p>
            <a:endParaRPr lang="en-US" dirty="0"/>
          </a:p>
          <a:p>
            <a:r>
              <a:rPr lang="en-US" dirty="0"/>
              <a:t>CLOSING LINE</a:t>
            </a:r>
          </a:p>
          <a:p>
            <a:r>
              <a:rPr lang="en-US" dirty="0"/>
              <a:t>- </a:t>
            </a:r>
            <a:r>
              <a:rPr lang="en-US" dirty="0" err="1"/>
              <a:t>ws</a:t>
            </a:r>
            <a:r>
              <a:rPr lang="en-US" dirty="0"/>
              <a:t> gave me the foundation to make this shift real, not just a plan</a:t>
            </a:r>
          </a:p>
          <a:p>
            <a:r>
              <a:rPr lang="en-US" dirty="0"/>
              <a:t>- F&amp;B taught me how to work under pressure — cyber gives me the technical edge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31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916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Cybersecurity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Journey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CS105 Capstone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MAGES Institute of Excellence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4251960"/>
            <a:ext cx="34747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3616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42702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Jeremy Lim Zi Hao</a:t>
            </a:r>
          </a:p>
        </p:txBody>
      </p:sp>
      <p:sp>
        <p:nvSpPr>
          <p:cNvPr id="16" name="Shape 12"/>
          <p:cNvSpPr/>
          <p:nvPr/>
        </p:nvSpPr>
        <p:spPr>
          <a:xfrm>
            <a:off x="4846320" y="1103813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103813"/>
            <a:ext cx="1371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02352" y="1195253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102352" y="1506149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MAGES Cybersecurity Course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846320" y="2338253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4846320" y="2338253"/>
            <a:ext cx="1371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02352" y="2429693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02352" y="2740589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L1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617720" y="4572000"/>
            <a:ext cx="42519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81728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F&amp;B Service Crew to Cybersecurity Professional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73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MAGES — Who Am I?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56032" y="1078992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078992"/>
            <a:ext cx="2788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7899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Background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" y="1918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21559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Crew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5760" y="2521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Progressed to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7594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Supervisor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5760" y="3184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342188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Years in F&amp;B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65760" y="3787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0253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Diploma in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Mgmt (Mandarin)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36976" y="1078992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36976" y="1078992"/>
            <a:ext cx="2788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46704" y="107899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Knew Before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346704" y="1572768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02736" y="15727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IT troubleshooting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46704" y="217627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02736" y="2176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of hackers — didn't know how they actually hack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346704" y="2779776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02736" y="27797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cybersecurity knowledge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346704" y="338328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602736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what Blue Team / Red Team meant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46704" y="3986784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02736" y="39867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CLI or any security tools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17920" y="1078992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17920" y="1078992"/>
            <a:ext cx="2788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27648" y="107899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Expectations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327648" y="1572768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583680" y="15727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real-world cyber-attacks work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327648" y="217627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583680" y="2176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an "expert hacker" like Watch Dogs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327648" y="2779776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583680" y="27797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career transition into cybersecurity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327648" y="338328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583680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 on high market demand for cyber talent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73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CS101 — Cybersecurity Fundamentals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772400" y="164592"/>
            <a:ext cx="1188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645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/ 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107899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389888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4630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1521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05840" y="14813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Availability — the three pillars of information security.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56032" y="23774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688336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6148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4505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7-Layer Model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05840" y="277977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→ Data Link → Network → Transport → Session → Presentation → Application.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56032" y="367588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3986784"/>
            <a:ext cx="530352" cy="53035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5993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7490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05840" y="40782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kiddies, Hacktivists, Nation-state APTs, Insider threats — each with different motives &amp; capabilities.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17720" y="1078992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1078992"/>
            <a:ext cx="42519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736592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Tools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709160" y="1536192"/>
            <a:ext cx="406908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73168" y="15361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the Ripper (JtR)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73168" y="17739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password cracker — dictionary &amp; brute-force attacks on hashed credentials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709160" y="2286000"/>
            <a:ext cx="406908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773168" y="2286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773168" y="25237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hash cracker — faster than JtR for large wordlists (MD5, SHA1, NTLM)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617720" y="3090672"/>
            <a:ext cx="42519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617720" y="3090672"/>
            <a:ext cx="4251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736592" y="3090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Protocols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4709160" y="3547872"/>
            <a:ext cx="4069080" cy="219456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773168" y="35478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3-Way Handshake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773168" y="37856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→ SYN-ACK → ACK — establishes a reliable connection before data transfer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709160" y="4297680"/>
            <a:ext cx="4069080" cy="219456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773168" y="42976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Port Numbers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773168" y="4535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FTP, 22 SSH, 23 Telnet, 25 SMTP, 53 DNS, 80 HTTP, 443 HTTPS, 3389 RDP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73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CS102 / CS103 — Recon, Enumeration &amp; Web App Pentesting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772400" y="164592"/>
            <a:ext cx="118872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645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2–3 / 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1078992"/>
            <a:ext cx="41148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78992"/>
            <a:ext cx="41148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07899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&amp; Enumeration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" y="1536192"/>
            <a:ext cx="566928" cy="219456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1536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87552" y="1536192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Dorking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1792224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 search operators to find exposed files, login pages, and sensitive data. e.g. site:target.com filetype:pdf "confidential"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" y="2587752"/>
            <a:ext cx="56692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25877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87552" y="2587752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Network Scanning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" y="2843784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open ports and running services.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-sV -sC -p- &lt;target&gt;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 → potential entry point for exploitation.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7472" y="3639312"/>
            <a:ext cx="566928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363931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87552" y="3639312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vs Active Enumeration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7472" y="3895344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no direct contact with target (OSINT, Shodan).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direct interaction — sends packets to target system.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17720" y="1078992"/>
            <a:ext cx="42519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17720" y="1078992"/>
            <a:ext cx="42519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107899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Attack Techniques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09160" y="1536192"/>
            <a:ext cx="4041648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73168" y="15361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(SQLi)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773168" y="1810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Error-Based: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126480" y="18105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error messages leak schema info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73168" y="2084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Time-Based: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26480" y="20848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SLEEP() to infer true/false conditions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73168" y="2359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Blind: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126480" y="23591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— infer data from app behaviour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09160" y="2743200"/>
            <a:ext cx="4041648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73168" y="27432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 (XSS)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773168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Reflected: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126480" y="301752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script in URL, executes in victim browser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73168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Stored: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26480" y="3291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saved to DB, executes on every page load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73168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DOM-Based: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126480" y="35661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source triggers payload in victim's browser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09160" y="3950208"/>
            <a:ext cx="4041648" cy="256032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73168" y="3950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4773168" y="4224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Cross-Site Request Forgery: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126480" y="42245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Tricks authenticated user into making unintended requests on their behalf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73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CS104 — VAPT Report: Mr. Robot (TryHackMe Lab)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772400" y="164592"/>
            <a:ext cx="118872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645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/ 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1078992"/>
            <a:ext cx="41148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78992"/>
            <a:ext cx="41148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07899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Steps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" y="160934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7492" y="1956816"/>
            <a:ext cx="18288" cy="23774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159105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" y="182880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— discovered port 80 (HTTP) &amp; 443 (HTTPS) open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" y="226771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7492" y="2615184"/>
            <a:ext cx="18288" cy="23774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224942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4672" y="24871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Gobuster directory brute-force — found /wp-login, robots.txt (key-1-of-3.txt)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7472" y="292608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7492" y="3273552"/>
            <a:ext cx="18288" cy="23774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290779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" y="314553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brute-forced WordPress login using leaked wordlist from robots.txt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58444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7492" y="3931920"/>
            <a:ext cx="18288" cy="23774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356616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4672" y="380390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PHP reverse shell via WordPress Theme Editor (404.php)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47472" y="424281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7472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04672" y="422452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04672" y="446227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binary found — nmap --interactive spawned root shell (key 3 captured)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17720" y="1078992"/>
            <a:ext cx="42519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17720" y="1078992"/>
            <a:ext cx="42519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36592" y="107899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in VAPT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709160" y="1554480"/>
            <a:ext cx="406908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09160" y="1554480"/>
            <a:ext cx="128016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01184" y="1591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VAPT Report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901184" y="1847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scope, methodology, executive summary, findings, remediation recommendations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09160" y="2377440"/>
            <a:ext cx="640080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09160" y="237744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Score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422392" y="239572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Vulnerability Scoring System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422392" y="26334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score (0–10) quantifying severity of a vulnerability — used to prioritise remediation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709160" y="2944368"/>
            <a:ext cx="64008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09160" y="294436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422392" y="29626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Vulnerabilities &amp; Exposures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422392" y="32004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publicly known vulnerabilities (e.g. CVE-2021-44228 Log4Shell)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709160" y="3511296"/>
            <a:ext cx="640080" cy="493776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09160" y="351129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5422392" y="35295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Weakness Enumeration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422392" y="37673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Categorises types of software weaknesses (e.g. CWE-89 SQL Injection)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709160" y="4078224"/>
            <a:ext cx="640080" cy="493776"/>
          </a:xfrm>
          <a:prstGeom prst="rect">
            <a:avLst/>
          </a:prstGeom>
          <a:solidFill>
            <a:srgbClr val="E2E8F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09160" y="407822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Card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5422392" y="40965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Card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5422392" y="43342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Per-finding documentation: title, severity, CVE/CWE, affected asset, PoC, remediation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4709160" y="4645152"/>
            <a:ext cx="640080" cy="49377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09160" y="464515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5422392" y="466344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Framework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5422392" y="49011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adversary tactics, techniques &amp; procedures (TTPs) — used to contextualise findings in report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73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Reflection — F&amp;B to Cybersecurity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56032" y="1078992"/>
            <a:ext cx="41148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078992"/>
            <a:ext cx="41148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07899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Skills from F&amp;B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" y="1517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 Experience  →  Cybersecurity Application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7472" y="1883664"/>
            <a:ext cx="3913632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management during service rush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04288" y="1938528"/>
            <a:ext cx="256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78608" y="19385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composure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2688336"/>
            <a:ext cx="3913632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request prioritization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communication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304288" y="2724912"/>
            <a:ext cx="256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578608" y="2724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alert triage &amp; reporting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7472" y="3456432"/>
            <a:ext cx="3913632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discipline &amp; SOP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04288" y="3511296"/>
            <a:ext cx="256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578608" y="35112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runbooks &amp; procedures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7472" y="4242816"/>
            <a:ext cx="3913632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briefings &amp; shift handover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304288" y="4297680"/>
            <a:ext cx="256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578608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 documentation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17720" y="1078992"/>
            <a:ext cx="42519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17720" y="1078992"/>
            <a:ext cx="42519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36592" y="107899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Growth at MAGES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709160" y="1664208"/>
            <a:ext cx="274320" cy="2743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69164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74920" y="160934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networking from OSI Model to packet-level analysis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709160" y="2322576"/>
            <a:ext cx="274320" cy="2743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350008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074920" y="22677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hands-on VAPT on TryHackMe lab environments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4709160" y="2980944"/>
            <a:ext cx="274320" cy="2743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008376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74920" y="292608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offensive tools: Nmap, Hydra, Gobuster, Burp Suite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4709160" y="3639312"/>
            <a:ext cx="274320" cy="2743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666744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074920" y="358444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defender's mindset — understanding attacker TTPs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5074920" y="424281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73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Impact &amp; What's Next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56032" y="1115568"/>
            <a:ext cx="2103120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" y="1517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3192" y="1792224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883664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L1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32304" y="1115568"/>
            <a:ext cx="21031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23744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523744" y="1517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9464" y="1792224"/>
            <a:ext cx="1828800" cy="36576"/>
          </a:xfrm>
          <a:prstGeom prst="rect">
            <a:avLst/>
          </a:prstGeom>
          <a:solidFill>
            <a:srgbClr val="93C5FD">
              <a:alpha val="50000"/>
            </a:srgbClr>
          </a:solidFill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23744" y="1883664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SCDA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</a:p>
        </p:txBody>
      </p:sp>
      <p:sp>
        <p:nvSpPr>
          <p:cNvPr id="16" name="Shape 13"/>
          <p:cNvSpPr/>
          <p:nvPr/>
        </p:nvSpPr>
        <p:spPr>
          <a:xfrm>
            <a:off x="4608576" y="1115568"/>
            <a:ext cx="210312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00016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00016" y="1517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45736" y="1792224"/>
            <a:ext cx="1828800" cy="36576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0016" y="1883664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Self Study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84848" y="1115568"/>
            <a:ext cx="2103120" cy="2560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76288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Years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76288" y="1517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22008" y="1792224"/>
            <a:ext cx="1828800" cy="36576"/>
          </a:xfrm>
          <a:prstGeom prst="rect">
            <a:avLst/>
          </a:prstGeom>
          <a:solidFill>
            <a:srgbClr val="475569">
              <a:alpha val="5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76288" y="1883664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OSCP Prep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56032" y="3822192"/>
            <a:ext cx="8631936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" y="3931920"/>
            <a:ext cx="16459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95020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altLang="zh-CN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gave me the technical foundation to make this career shift real — not just a plan.”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1669</Words>
  <Application>Microsoft Office PowerPoint</Application>
  <PresentationFormat>On-screen Show (16:9)</PresentationFormat>
  <Paragraphs>273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CS105 Capstone – My Cybersecurity Learning Journey</dc:title>
  <dc:subject>PptxGenJS Presentation</dc:subject>
  <dc:creator>Jeremy</dc:creator>
  <cp:lastModifiedBy>Zi Hao Lim</cp:lastModifiedBy>
  <cp:revision>9</cp:revision>
  <dcterms:created xsi:type="dcterms:W3CDTF">2026-04-09T16:10:10Z</dcterms:created>
  <dcterms:modified xsi:type="dcterms:W3CDTF">2026-04-11T01:09:30Z</dcterms:modified>
</cp:coreProperties>
</file>